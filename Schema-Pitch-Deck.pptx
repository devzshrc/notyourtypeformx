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64592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600" b="1">
                <a:solidFill>
                  <a:srgbClr val="F8FAFC"/>
                </a:solidFill>
                <a:latin typeface="Calibri"/>
              </a:rPr>
              <a:t>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32461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Calibri"/>
              </a:rPr>
              <a:t>AI-Powered Form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69080"/>
            <a:ext cx="9875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Build forms by hand or generate them with AI. Collaborate in team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workspaces. Publish, embed, collect responses, and track analytics — all type-safe, end to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5486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notyourtypeformx  · 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Form tools force a trade-off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Polished but locked-in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Typeform-class UX is beautiful — but expensive, closed, and hard to self-host.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Powerful but ugly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Open/free builders are clunky, dated, and break on mobile.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AI bolted on as an afterthought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Most tools added a chatbot, not real form generation you can trust.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No real collaboration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Teams share one login or copy-paste links; no roles, no workspaces.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Type drift between front and back end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API contracts rot; a backend change silently breaks the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One platform, three superpowers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347472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03120"/>
            <a:ext cx="3474720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7C3AED"/>
                </a:solidFill>
                <a:latin typeface="Calibri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91840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Hand-build or AI-generate forms with 14 field types, logic jumps &amp; scoring.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6008" y="2103120"/>
            <a:ext cx="347472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2103120"/>
            <a:ext cx="3474720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251460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alibri"/>
              </a:rPr>
              <a:t>Collaborate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3291840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Team workspaces with OWNER ▸ ADMIN ▸ EDITOR ▸ VIEWER roles &amp; invites.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3336" y="2103120"/>
            <a:ext cx="347472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03336" y="2103120"/>
            <a:ext cx="3474720" cy="12801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7656" y="251460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34D399"/>
                </a:solidFill>
                <a:latin typeface="Calibri"/>
              </a:rPr>
              <a:t>Convert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656" y="3291840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Publish, embed, QR — then watch responses &amp; completion rate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Everything a form needs — in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14 field types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text, choice, rating, date, file-style &amp; more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Logic jumps &amp; scoring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branch by answer; build quizzes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Drag-drop + bulk import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reorder, duplicate, paste a list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Themes &amp; screens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welcome / thank-you / custom redirect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Public slug + iframe embed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/f/:slug with drop-in embed.js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QR codes &amp; draft auto-save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resume where you left off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Access control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password, response limit, expiry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Hidden fields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capture UTM / query params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AI that builds the form, not a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Prompt → full form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title, description &amp; 4–12 typed fields in seconds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Improve a label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one-click rewrite to a clearer question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Suggest next fields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context-aware recommendations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Prompt-injection guarded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input sanitized; attacks fall back to a safe default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Zod-validated output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AI never writes unvalidated data to the DB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2011680"/>
            <a:ext cx="384048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2011680"/>
            <a:ext cx="3840480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3317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Powered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788920"/>
            <a:ext cx="3383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Groq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Llama 3.3 70B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sub-second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End-to-end type safety is the moat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468880"/>
            <a:ext cx="22860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286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Postgres
+ Drizzle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468880"/>
            <a:ext cx="548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468880"/>
            <a:ext cx="22860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286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Services
(business logic)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468880"/>
            <a:ext cx="548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68880"/>
            <a:ext cx="22860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286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tRPC router
(contract)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468880"/>
            <a:ext cx="548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2468880"/>
            <a:ext cx="22860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468880"/>
            <a:ext cx="2286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Next.js UI
(typed hooks)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976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▸  One contract, zero codegen</a:t>
            </a:r>
            <a:r>
              <a:rPr sz="1400" b="0">
                <a:solidFill>
                  <a:srgbClr val="94A3B8"/>
                </a:solidFill>
                <a:latin typeface="Calibri"/>
              </a:rPr>
              <a:t>  —  the router defines the API once; the UI infers its types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▸  Change backend → UI fails to compile</a:t>
            </a:r>
            <a:r>
              <a:rPr sz="1400" b="0">
                <a:solidFill>
                  <a:srgbClr val="94A3B8"/>
                </a:solidFill>
                <a:latin typeface="Calibri"/>
              </a:rPr>
              <a:t>  —  no silent drift, fewer production bugs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▸  Same router = REST + tRPC + OpenAPI docs</a:t>
            </a:r>
            <a:r>
              <a:rPr sz="1400" b="0">
                <a:solidFill>
                  <a:srgbClr val="94A3B8"/>
                </a:solidFill>
                <a:latin typeface="Calibri"/>
              </a:rPr>
              <a:t>  —  auto-generated Scalar docs at /docs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Built for teams, not just individuals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Workspaces with real RBAC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OWNER ▸ ADMIN ▸ EDITOR ▸ VIEWER, enforced server-side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Secure email invitations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signed tokens, 7-day expiry, email-match verification on accept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Full member management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invite, remove, change role, leave, revoke — with guardrails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Forms move freely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between personal space and shared workspaces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▸  Templates &amp; cloning</a:t>
            </a:r>
            <a:r>
              <a:rPr sz="1700" b="0">
                <a:solidFill>
                  <a:srgbClr val="94A3B8"/>
                </a:solidFill>
                <a:latin typeface="Calibri"/>
              </a:rPr>
              <a:t>  —  publish a form as a template; clone any public 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Know what's working —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286000"/>
            <a:ext cx="2377440" cy="1645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286000"/>
            <a:ext cx="237744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377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2D3EE"/>
                </a:solidFill>
                <a:latin typeface="Calibri"/>
              </a:rPr>
              <a:t>●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Views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286000"/>
            <a:ext cx="2377440" cy="1645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2286000"/>
            <a:ext cx="237744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606040"/>
            <a:ext cx="2377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7C3AED"/>
                </a:solidFill>
                <a:latin typeface="Calibri"/>
              </a:rPr>
              <a:t>●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Starts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286000"/>
            <a:ext cx="2377440" cy="1645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286000"/>
            <a:ext cx="237744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2377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34D399"/>
                </a:solidFill>
                <a:latin typeface="Calibri"/>
              </a:rPr>
              <a:t>●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Submissions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2286000"/>
            <a:ext cx="2377440" cy="1645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2286000"/>
            <a:ext cx="2377440" cy="109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606040"/>
            <a:ext cx="2377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●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Completion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Live dashboard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share tab polls every 5 seconds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Time-series &amp; admin stats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trends per form and across all forms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▸  Response browser</a:t>
            </a:r>
            <a:r>
              <a:rPr sz="1500" b="0">
                <a:solidFill>
                  <a:srgbClr val="94A3B8"/>
                </a:solidFill>
                <a:latin typeface="Calibri"/>
              </a:rPr>
              <a:t>  —  date filters, pagination, one-click XLSX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Modern, boring-where-it-counts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1042416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Calibri"/>
              </a:rPr>
              <a:t>Monorepo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20240"/>
            <a:ext cx="7315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Turborepo · pnpm workspaces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633472"/>
            <a:ext cx="10424160" cy="6583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33472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33472"/>
            <a:ext cx="7315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Next.js 16 · React 19 · Tailwind v4 · Radix · Motion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346704"/>
            <a:ext cx="1042416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46704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Calibri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46704"/>
            <a:ext cx="7315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Express 5 · tRPC v11 · TanStack Query · OpenAPI/Scalar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059936"/>
            <a:ext cx="10424160" cy="6583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59936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Calibri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59936"/>
            <a:ext cx="7315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PostgreSQL 15 · Drizzle ORM · Zod v4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773168"/>
            <a:ext cx="1042416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73168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Calibri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773168"/>
            <a:ext cx="7315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JWT (httpOnly cookies) · bcrypt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486400"/>
            <a:ext cx="10424160" cy="6583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2743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Calibri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86400"/>
            <a:ext cx="7315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8FAFC"/>
                </a:solidFill>
                <a:latin typeface="Calibri"/>
              </a:rPr>
              <a:t>Groq SDK · Llama 3.3 70B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WHY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The open, type-safe Typeform alternative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65960"/>
            <a:ext cx="384048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840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965960"/>
            <a:ext cx="2286000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659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965960"/>
            <a:ext cx="228600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9659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Typeform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965960"/>
            <a:ext cx="228600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9659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OSS builders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606039"/>
            <a:ext cx="3840480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06039"/>
            <a:ext cx="3611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Beautiful 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606039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606039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606039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606039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2606039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606039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209544"/>
            <a:ext cx="3840480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209544"/>
            <a:ext cx="3611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Real AI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209544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09544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3209544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3209544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partial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3209544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209544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3813048"/>
            <a:ext cx="3840480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3813048"/>
            <a:ext cx="3611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Team RBAC + invites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3813048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3813048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3813048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813048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paid tiers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3813048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813048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rare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416552"/>
            <a:ext cx="3840480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416552"/>
            <a:ext cx="3611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Self-host / own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60" y="4416552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4416552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4416552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4416552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4416552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4416552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5020056"/>
            <a:ext cx="3840480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5020056"/>
            <a:ext cx="3611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End-to-end type safety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5020056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5020056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5020056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5020056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5020056"/>
            <a:ext cx="2286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5020056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rare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Shipped &amp; running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Full platform live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auth, forms, AI, workspaces, submissions, analytics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Production deploy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notyourtypeformx.onrender.com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Type-checked &amp; linted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green build across the monorepo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F8FAFC"/>
                </a:solidFill>
                <a:latin typeface="Calibri"/>
              </a:rPr>
              <a:t>▸  Seeded demo data</a:t>
            </a:r>
            <a:r>
              <a:rPr sz="1600" b="0">
                <a:solidFill>
                  <a:srgbClr val="94A3B8"/>
                </a:solidFill>
                <a:latin typeface="Calibri"/>
              </a:rPr>
              <a:t>  —  forms, responses, workspace, templates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011680"/>
            <a:ext cx="3749039" cy="3108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011680"/>
            <a:ext cx="3749039" cy="12801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2860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Try it — demo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8FAFC"/>
                </a:solidFill>
                <a:latin typeface="Calibri"/>
              </a:rPr>
              <a:t>alice@schema.dev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Calibri"/>
              </a:rPr>
              <a:t>Password123!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/f/customer-feedback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/templates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Roadmap &amp; 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▸  Payments &amp; paid plans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▸  Webhooks &amp; integrations (Zapier, Slack)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▸  File uploads &amp; e-signatures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▸  Advanced analytics &amp; A/B tests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▸  Custom domains for public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THE 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286000"/>
            <a:ext cx="493776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606040"/>
            <a:ext cx="4480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4A3B8"/>
                </a:solidFill>
                <a:latin typeface="Calibri"/>
              </a:rPr>
              <a:t>Looking for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design partners + early teams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to shape the roadmap and prove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the team-collaboration wedge.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